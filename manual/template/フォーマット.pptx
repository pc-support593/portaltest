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"/>
  </p:notesMasterIdLst>
  <p:sldIdLst>
    <p:sldId id="358" r:id="rId2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767" autoAdjust="0"/>
  </p:normalViewPr>
  <p:slideViewPr>
    <p:cSldViewPr snapToGrid="0">
      <p:cViewPr varScale="1">
        <p:scale>
          <a:sx n="120" d="100"/>
          <a:sy n="120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EF576-4207-4CD5-9651-A9CCCB475C07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A2031-74A8-4F5F-801A-68C5EE78D9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14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1678A-8AF9-6D7F-52B1-98AD421BD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5C09E8-AC07-655E-0811-398FD21BB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E1FFA-4911-C272-0AAA-0890DA9B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15150-5BD5-E1FD-C0DA-50B880BF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22C591-2B23-18F3-2179-D9F7EFFA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592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F6BB4-8D38-A7D9-01C3-AFD37396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1C8BC7-63BF-A91D-C2E6-B0F2AE68C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5B07FB-BCDA-A8BA-3B1C-2200869C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78D63-9149-C5CC-4919-FA5E5A86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E91FC0-97F1-7D55-3985-7A5E5ECD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11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994AD-A9F5-8AAE-1679-06C5788A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FA03A1-25CF-F376-B0D0-72EA1D295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47ADDA-A1AC-E205-39F7-53A3E65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35EFDC-5028-E33E-E1A5-AB2E7E86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9525F-302E-2CC3-6F72-12A40A2B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1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B4C15-E312-828B-B460-7D065484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753E09-BF63-1687-32CA-1C33E0504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EEB7F5-F8C2-6223-B235-9571A048B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35CF89-1484-6DDE-0BF8-195C8EDF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527E0D-5F86-FF72-455D-FD59C071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EAF2F1-7FCF-95CA-0F59-ADEBB934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68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FCB45-C057-6896-BA59-C7F9682C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69E0B0-52BC-DECD-9504-F502D5155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645FCC-66BD-0675-4725-B129E356B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438873-91F3-72AF-1009-9FC323705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3DFDF9-79EF-4DAB-3A17-C8BF352E1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2C687B-D5D6-7C0F-8488-7669F9BD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663F3D-8EC3-EAE2-FC33-DE62633E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5367F3-C9FD-4C00-FDB6-F879B76D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39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27FEB-EF44-766E-F153-B126129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9CD4881-F5E5-46D2-F745-67A60510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1633E2-A09C-BD88-8D15-F657E4C3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960823-F762-A2EE-3567-0DB3DE4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4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637BEE-10B4-1E70-9F0A-EC6E3F1D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B8C19E-F6F7-937E-DCAE-EC80960A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68700D-0FC2-C89F-D386-DC8E4D61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8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03814-C0B1-02FE-EB94-67187308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A48310-A4E7-2CDF-331C-B6961757A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424BA7-DD2B-218C-42AA-EEFB8952C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A69EC3-065B-036F-620F-D26F37ED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B30AAC-8EC8-0A0D-6185-9342854F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6D4BDE-572C-1575-FD01-8E6DCCDA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0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82BC4-7D37-FC09-1FF1-AF516FA7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6D91333-E304-C5B5-09DC-B3A5B9D5C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38F476-295E-CC6D-AB12-A7CE94CF3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A78699-86B5-70E9-A5F3-29F9B625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A32EFE-D1D5-45DD-13DE-CD679B95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97AFDF-A5BF-4769-D6D4-4B80E689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41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C31EF-7FAC-8AB3-90F2-C8D6845B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4D76B4-445F-CE0E-30FE-8F5A5EEF7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15B99-5786-232D-BEE7-37FC83D6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2BB0A3-5E99-50A6-D49F-C47CD8F6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2B317F-D288-AA02-BC87-EA91A2EA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90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6C31AE-829D-6357-80F4-7875E808B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0EA1C9-1767-8BF3-E6C0-93D82A6B8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E2B84B-6A16-937B-8763-75A10294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B32A7-1588-38AF-D9CC-C9B671C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DFC2B-F277-56DB-90DD-CBC7B6CE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4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ACCB434-B36D-D2B5-F922-7684B9A6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16353B-B33F-17D8-0814-6816DE6B6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502CE7-36FD-4973-D49D-A3C0C97C1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F9CE-A517-4FF6-8271-E974169160D5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AED8A9-3C56-1529-C4B7-D61A1CC90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B9930-43F8-247C-B5B9-617A067C7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93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（タイトル</a:t>
            </a:r>
            <a:r>
              <a:rPr kumimoji="0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7" y="715603"/>
            <a:ext cx="2813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(</a:t>
            </a:r>
            <a:r>
              <a:rPr lang="ja-JP" altLang="en-US" sz="1400" dirty="0"/>
              <a:t>サブタイトル</a:t>
            </a:r>
            <a:r>
              <a:rPr lang="en-US" altLang="ja-JP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481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11351</TotalTime>
  <Words>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貸出用</dc:creator>
  <cp:lastModifiedBy>本田 洋介  (吉村一建設)</cp:lastModifiedBy>
  <cp:revision>267</cp:revision>
  <cp:lastPrinted>2026-05-27T00:44:21Z</cp:lastPrinted>
  <dcterms:created xsi:type="dcterms:W3CDTF">2025-08-20T01:11:28Z</dcterms:created>
  <dcterms:modified xsi:type="dcterms:W3CDTF">2026-08-26T01:33:58Z</dcterms:modified>
</cp:coreProperties>
</file>